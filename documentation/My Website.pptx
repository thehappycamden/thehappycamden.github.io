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changesInfos/changesInfo1.xml" ContentType="application/vnd.ms-powerpoint.changes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4995" autoAdjust="0"/>
    <p:restoredTop sz="94660"/>
  </p:normalViewPr>
  <p:slideViewPr>
    <p:cSldViewPr snapToGrid="0">
      <p:cViewPr varScale="1">
        <p:scale>
          <a:sx n="105" d="100"/>
          <a:sy n="105" d="100"/>
        </p:scale>
        <p:origin x="834" y="9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presProps" Target="pres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microsoft.com/office/2016/11/relationships/changesInfo" Target="changesInfos/changesInfo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tableStyles" Target="tableStyles.xml"/><Relationship Id="rId5" Type="http://schemas.openxmlformats.org/officeDocument/2006/relationships/slide" Target="slides/slide4.xml"/><Relationship Id="rId10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viewProps" Target="viewProps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Greenhalgh, Camden (gree9076@vandals.uidaho.edu)" userId="5f5f81e4-78a8-4069-ba67-0d4f9c53f0f2" providerId="ADAL" clId="{97E7CD47-F16C-468C-AC17-EFF6A244770F}"/>
    <pc:docChg chg="custSel addSld modSld">
      <pc:chgData name="Greenhalgh, Camden (gree9076@vandals.uidaho.edu)" userId="5f5f81e4-78a8-4069-ba67-0d4f9c53f0f2" providerId="ADAL" clId="{97E7CD47-F16C-468C-AC17-EFF6A244770F}" dt="2026-04-28T06:40:11.539" v="936" actId="20577"/>
      <pc:docMkLst>
        <pc:docMk/>
      </pc:docMkLst>
      <pc:sldChg chg="modSp mod">
        <pc:chgData name="Greenhalgh, Camden (gree9076@vandals.uidaho.edu)" userId="5f5f81e4-78a8-4069-ba67-0d4f9c53f0f2" providerId="ADAL" clId="{97E7CD47-F16C-468C-AC17-EFF6A244770F}" dt="2026-04-28T06:36:31.413" v="174" actId="20577"/>
        <pc:sldMkLst>
          <pc:docMk/>
          <pc:sldMk cId="2867609856" sldId="257"/>
        </pc:sldMkLst>
        <pc:spChg chg="mod">
          <ac:chgData name="Greenhalgh, Camden (gree9076@vandals.uidaho.edu)" userId="5f5f81e4-78a8-4069-ba67-0d4f9c53f0f2" providerId="ADAL" clId="{97E7CD47-F16C-468C-AC17-EFF6A244770F}" dt="2026-04-28T06:36:31.413" v="174" actId="20577"/>
          <ac:spMkLst>
            <pc:docMk/>
            <pc:sldMk cId="2867609856" sldId="257"/>
            <ac:spMk id="3" creationId="{4D6D263A-01C6-C739-5197-957C608ACCD9}"/>
          </ac:spMkLst>
        </pc:spChg>
      </pc:sldChg>
      <pc:sldChg chg="modSp mod">
        <pc:chgData name="Greenhalgh, Camden (gree9076@vandals.uidaho.edu)" userId="5f5f81e4-78a8-4069-ba67-0d4f9c53f0f2" providerId="ADAL" clId="{97E7CD47-F16C-468C-AC17-EFF6A244770F}" dt="2026-04-28T06:37:38.773" v="363" actId="20577"/>
        <pc:sldMkLst>
          <pc:docMk/>
          <pc:sldMk cId="101426919" sldId="258"/>
        </pc:sldMkLst>
        <pc:spChg chg="mod">
          <ac:chgData name="Greenhalgh, Camden (gree9076@vandals.uidaho.edu)" userId="5f5f81e4-78a8-4069-ba67-0d4f9c53f0f2" providerId="ADAL" clId="{97E7CD47-F16C-468C-AC17-EFF6A244770F}" dt="2026-04-28T06:37:38.773" v="363" actId="20577"/>
          <ac:spMkLst>
            <pc:docMk/>
            <pc:sldMk cId="101426919" sldId="258"/>
            <ac:spMk id="3" creationId="{16562AFF-7D9B-1A05-DE88-BF9CB8BA3CBA}"/>
          </ac:spMkLst>
        </pc:spChg>
      </pc:sldChg>
      <pc:sldChg chg="modSp new mod">
        <pc:chgData name="Greenhalgh, Camden (gree9076@vandals.uidaho.edu)" userId="5f5f81e4-78a8-4069-ba67-0d4f9c53f0f2" providerId="ADAL" clId="{97E7CD47-F16C-468C-AC17-EFF6A244770F}" dt="2026-04-28T06:38:46.957" v="620" actId="20577"/>
        <pc:sldMkLst>
          <pc:docMk/>
          <pc:sldMk cId="3840658842" sldId="259"/>
        </pc:sldMkLst>
        <pc:spChg chg="mod">
          <ac:chgData name="Greenhalgh, Camden (gree9076@vandals.uidaho.edu)" userId="5f5f81e4-78a8-4069-ba67-0d4f9c53f0f2" providerId="ADAL" clId="{97E7CD47-F16C-468C-AC17-EFF6A244770F}" dt="2026-04-28T06:37:50.043" v="374" actId="20577"/>
          <ac:spMkLst>
            <pc:docMk/>
            <pc:sldMk cId="3840658842" sldId="259"/>
            <ac:spMk id="2" creationId="{7A20A436-C362-9D45-86B5-1B156AB20091}"/>
          </ac:spMkLst>
        </pc:spChg>
        <pc:spChg chg="mod">
          <ac:chgData name="Greenhalgh, Camden (gree9076@vandals.uidaho.edu)" userId="5f5f81e4-78a8-4069-ba67-0d4f9c53f0f2" providerId="ADAL" clId="{97E7CD47-F16C-468C-AC17-EFF6A244770F}" dt="2026-04-28T06:38:46.957" v="620" actId="20577"/>
          <ac:spMkLst>
            <pc:docMk/>
            <pc:sldMk cId="3840658842" sldId="259"/>
            <ac:spMk id="3" creationId="{4A351CC1-77C8-9D26-E7DB-8E6FDEBF5653}"/>
          </ac:spMkLst>
        </pc:spChg>
      </pc:sldChg>
      <pc:sldChg chg="modSp new mod">
        <pc:chgData name="Greenhalgh, Camden (gree9076@vandals.uidaho.edu)" userId="5f5f81e4-78a8-4069-ba67-0d4f9c53f0f2" providerId="ADAL" clId="{97E7CD47-F16C-468C-AC17-EFF6A244770F}" dt="2026-04-28T06:39:10.597" v="697" actId="20577"/>
        <pc:sldMkLst>
          <pc:docMk/>
          <pc:sldMk cId="1622488372" sldId="260"/>
        </pc:sldMkLst>
        <pc:spChg chg="mod">
          <ac:chgData name="Greenhalgh, Camden (gree9076@vandals.uidaho.edu)" userId="5f5f81e4-78a8-4069-ba67-0d4f9c53f0f2" providerId="ADAL" clId="{97E7CD47-F16C-468C-AC17-EFF6A244770F}" dt="2026-04-28T06:38:55.452" v="627" actId="20577"/>
          <ac:spMkLst>
            <pc:docMk/>
            <pc:sldMk cId="1622488372" sldId="260"/>
            <ac:spMk id="2" creationId="{07AAB0B6-44E0-59F3-A47E-84833AF10A0E}"/>
          </ac:spMkLst>
        </pc:spChg>
        <pc:spChg chg="mod">
          <ac:chgData name="Greenhalgh, Camden (gree9076@vandals.uidaho.edu)" userId="5f5f81e4-78a8-4069-ba67-0d4f9c53f0f2" providerId="ADAL" clId="{97E7CD47-F16C-468C-AC17-EFF6A244770F}" dt="2026-04-28T06:39:10.597" v="697" actId="20577"/>
          <ac:spMkLst>
            <pc:docMk/>
            <pc:sldMk cId="1622488372" sldId="260"/>
            <ac:spMk id="3" creationId="{B3440D6F-F165-7C37-862C-1DAA9DB9648C}"/>
          </ac:spMkLst>
        </pc:spChg>
      </pc:sldChg>
      <pc:sldChg chg="modSp new mod">
        <pc:chgData name="Greenhalgh, Camden (gree9076@vandals.uidaho.edu)" userId="5f5f81e4-78a8-4069-ba67-0d4f9c53f0f2" providerId="ADAL" clId="{97E7CD47-F16C-468C-AC17-EFF6A244770F}" dt="2026-04-28T06:40:11.539" v="936" actId="20577"/>
        <pc:sldMkLst>
          <pc:docMk/>
          <pc:sldMk cId="361863829" sldId="261"/>
        </pc:sldMkLst>
        <pc:spChg chg="mod">
          <ac:chgData name="Greenhalgh, Camden (gree9076@vandals.uidaho.edu)" userId="5f5f81e4-78a8-4069-ba67-0d4f9c53f0f2" providerId="ADAL" clId="{97E7CD47-F16C-468C-AC17-EFF6A244770F}" dt="2026-04-28T06:39:19.203" v="719" actId="20577"/>
          <ac:spMkLst>
            <pc:docMk/>
            <pc:sldMk cId="361863829" sldId="261"/>
            <ac:spMk id="2" creationId="{5424CC0B-7DED-BFC9-1138-63C2030961F8}"/>
          </ac:spMkLst>
        </pc:spChg>
        <pc:spChg chg="mod">
          <ac:chgData name="Greenhalgh, Camden (gree9076@vandals.uidaho.edu)" userId="5f5f81e4-78a8-4069-ba67-0d4f9c53f0f2" providerId="ADAL" clId="{97E7CD47-F16C-468C-AC17-EFF6A244770F}" dt="2026-04-28T06:40:11.539" v="936" actId="20577"/>
          <ac:spMkLst>
            <pc:docMk/>
            <pc:sldMk cId="361863829" sldId="261"/>
            <ac:spMk id="3" creationId="{25B6BE50-89FF-AE83-6569-A0632FC6BCC8}"/>
          </ac:spMkLst>
        </pc:spChg>
      </pc:sldChg>
    </pc:docChg>
  </pc:docChgLst>
</pc:chgInfo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5F7D02F-080A-6240-C9D1-F5E4BC4CD7AD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9C2A909C-B2F8-2025-E7F3-6569AF982B8D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D662114-8E8C-633E-BB41-0C2280B2727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948562B-C0F0-4A7D-88E5-5724A6235669}" type="datetimeFigureOut">
              <a:rPr lang="en-US" smtClean="0"/>
              <a:t>4/27/2026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0AF8819-1467-CCCE-EF1D-E688D774E24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96573AE-FF22-3AA7-0B2B-2CA3E11503F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E83A975-3D44-4425-8C69-8BCA2648772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97615274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D18A484-3503-E4F3-DB98-040AB6FEBD1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0D8472D-DE84-1FD6-FC38-9B8876A5EE9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12FBF6A-4EDD-3078-B345-EC0E29A4F82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948562B-C0F0-4A7D-88E5-5724A6235669}" type="datetimeFigureOut">
              <a:rPr lang="en-US" smtClean="0"/>
              <a:t>4/27/2026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BF47E60-F65E-8910-7724-A8630EF129F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85C4E8A-9A11-2817-4419-1310E5B4C6C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E83A975-3D44-4425-8C69-8BCA2648772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4650675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A3FBAD7-8AC0-B413-3A26-E6C36945FF6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C831711D-E166-6F0C-E0F0-174B2F5DED4B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9DA1B43-6792-EF49-B2B1-8979FBE5E8F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948562B-C0F0-4A7D-88E5-5724A6235669}" type="datetimeFigureOut">
              <a:rPr lang="en-US" smtClean="0"/>
              <a:t>4/27/2026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75A1857-B369-E327-6DFF-1B6EBBF9E6B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EF4E446-88C0-8A5F-088E-1761148F14F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E83A975-3D44-4425-8C69-8BCA2648772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54709151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68505B9-4751-3B31-285D-31B85B5F7F9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0813B67-0385-1EB3-AEDA-7563C0C044F2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99BC6AD2-9A84-E6EB-BF9E-AF840198F469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E2A7620C-BFAE-1220-ED44-9449D9DB70A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948562B-C0F0-4A7D-88E5-5724A6235669}" type="datetimeFigureOut">
              <a:rPr lang="en-US" smtClean="0"/>
              <a:t>4/27/2026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CFE02FD6-26DA-33FD-F529-488EC613D69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16DB24CA-D316-C407-612F-76359B7B19B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E83A975-3D44-4425-8C69-8BCA2648772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30216198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1B26ACB-E4C1-D24E-2ED5-327B37F0A00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9620CDB3-48DB-10A7-1A6D-B4BD7BE1C73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AF5A76D1-5475-77B7-0830-B1E03EBB64B1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B42A5EF7-8C5F-9D95-D27C-A68E226ACFC8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F7486B16-01DE-3CE6-47A8-099A800B6D39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5E7E986F-B5CD-F178-5410-87C2D41DD3C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948562B-C0F0-4A7D-88E5-5724A6235669}" type="datetimeFigureOut">
              <a:rPr lang="en-US" smtClean="0"/>
              <a:t>4/27/2026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EC88BB8B-C796-C65B-8E0C-AC638D8CA4C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84651513-FEEE-EBB6-167B-5F82C4396FE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E83A975-3D44-4425-8C69-8BCA2648772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49126887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2015ED2-B49E-7111-E477-C0352B11E95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4FA3E70B-E226-CB3D-A757-EF293446173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948562B-C0F0-4A7D-88E5-5724A6235669}" type="datetimeFigureOut">
              <a:rPr lang="en-US" smtClean="0"/>
              <a:t>4/27/2026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F5021CB3-06A0-8A8C-8864-2A9E79980CC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B73E22FE-776B-B55C-94A2-9393888D400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E83A975-3D44-4425-8C69-8BCA2648772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68573507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867545E8-17BA-0A3E-B935-143B0E43DC5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948562B-C0F0-4A7D-88E5-5724A6235669}" type="datetimeFigureOut">
              <a:rPr lang="en-US" smtClean="0"/>
              <a:t>4/27/2026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3DB71580-A5A4-3F50-FEAA-D3F799CA914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E66DF90F-9974-A52C-CF2D-8FD373EA61D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E83A975-3D44-4425-8C69-8BCA2648772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42011081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F504FC7-5B59-71DF-13C8-DC4F3D33FAE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F6672BE-6E99-8482-8521-0A980FE9673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2E334BA2-A320-3684-2E70-8A9B1B50268D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41E5EFEF-E10B-03E6-08B2-745E0C9BA35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948562B-C0F0-4A7D-88E5-5724A6235669}" type="datetimeFigureOut">
              <a:rPr lang="en-US" smtClean="0"/>
              <a:t>4/27/2026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10790C1E-0DAE-4021-DD69-ED24BFA13E8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709604AA-B709-C49C-11FC-D2174E1516C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E83A975-3D44-4425-8C69-8BCA2648772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34627425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CD4FE14-4200-4971-F116-B474C66635A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189BE91E-C37B-17A3-5D7A-B236375B762B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48F126ED-9CEB-76CA-B6B1-D17E2D8FC458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B4A1F30B-D933-6676-38B1-FCCBB4CF4EF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948562B-C0F0-4A7D-88E5-5724A6235669}" type="datetimeFigureOut">
              <a:rPr lang="en-US" smtClean="0"/>
              <a:t>4/27/2026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7B64A9CF-94C1-93FC-3717-680602E6C95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44BD97C6-83B8-6446-98A1-A911892A2F2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E83A975-3D44-4425-8C69-8BCA2648772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02972130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873D2ED-E0C0-FA1B-035B-84BE9A78742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59E83D2B-1195-D1C2-FEB0-AED6B38CDEAE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535BCCA-3317-D3A4-77CE-0BCA128F58E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948562B-C0F0-4A7D-88E5-5724A6235669}" type="datetimeFigureOut">
              <a:rPr lang="en-US" smtClean="0"/>
              <a:t>4/27/2026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5588700-FA6C-3FB3-F5DF-152F51DC470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88840AA-A809-620D-35AD-93EE7E6ADEA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E83A975-3D44-4425-8C69-8BCA2648772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91088470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6E66D7D9-EA13-F3DD-5BCE-4A94C253EC73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543713F4-F463-A515-C743-9B3DCA4521F6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F4D562F-94EB-9B01-46B6-E7104D5C42D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948562B-C0F0-4A7D-88E5-5724A6235669}" type="datetimeFigureOut">
              <a:rPr lang="en-US" smtClean="0"/>
              <a:t>4/27/2026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6BC99E4-750E-4CFB-D1AA-63559B86103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97E9091-CAAB-AA79-43AC-2056C906B9E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E83A975-3D44-4425-8C69-8BCA2648772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92127118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B326200E-67EA-E856-62DE-F981B65CA94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A9D3872F-B940-902E-FB36-2CAC129E08F0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34F488A-12A6-1F00-8398-E22B7B53D5DC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1948562B-C0F0-4A7D-88E5-5724A6235669}" type="datetimeFigureOut">
              <a:rPr lang="en-US" smtClean="0"/>
              <a:t>4/27/2026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7E5D083-B2B9-C4C6-306F-38045B9B350E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F6CD267-839D-1B4A-4428-4537742B729E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8E83A975-3D44-4425-8C69-8BCA2648772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06873362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94D1EA3-6221-64A4-B32E-AA0A93F176F6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dirty="0"/>
              <a:t>My Website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94C492DA-C8F3-E461-C4DF-A9315B543F5B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en-US" dirty="0"/>
              <a:t>Camden Greenhalgh</a:t>
            </a:r>
          </a:p>
        </p:txBody>
      </p:sp>
    </p:spTree>
    <p:extLst>
      <p:ext uri="{BB962C8B-B14F-4D97-AF65-F5344CB8AC3E}">
        <p14:creationId xmlns:p14="http://schemas.microsoft.com/office/powerpoint/2010/main" val="2933029718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D88D256-0589-6C13-A3C2-24E8A607B59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My Plan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D6D263A-01C6-C739-5197-957C608ACCD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I converted one of my assignments from the lab into a dynamic database.</a:t>
            </a:r>
          </a:p>
          <a:p>
            <a:r>
              <a:rPr lang="en-US" dirty="0"/>
              <a:t>I did this because I didn’t really have any better ideas because I had a lot of work at the time.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867609856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22ED3E6-83E3-F14C-0697-C8BFECAFD4A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Databases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6562AFF-7D9B-1A05-DE88-BF9CB8BA3CB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The database contains 2 tables at the moment.</a:t>
            </a:r>
          </a:p>
          <a:p>
            <a:r>
              <a:rPr lang="en-US" dirty="0"/>
              <a:t>Pets</a:t>
            </a:r>
          </a:p>
          <a:p>
            <a:pPr lvl="1"/>
            <a:r>
              <a:rPr lang="en-US" dirty="0"/>
              <a:t>Which stores the name and images of my pets.</a:t>
            </a:r>
          </a:p>
          <a:p>
            <a:r>
              <a:rPr lang="en-US" dirty="0"/>
              <a:t>Books</a:t>
            </a:r>
          </a:p>
          <a:p>
            <a:pPr lvl="1"/>
            <a:r>
              <a:rPr lang="en-US" dirty="0"/>
              <a:t>Which stores information on books I like</a:t>
            </a:r>
          </a:p>
        </p:txBody>
      </p:sp>
    </p:spTree>
    <p:extLst>
      <p:ext uri="{BB962C8B-B14F-4D97-AF65-F5344CB8AC3E}">
        <p14:creationId xmlns:p14="http://schemas.microsoft.com/office/powerpoint/2010/main" val="101426919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A20A436-C362-9D45-86B5-1B156AB2009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Web server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A351CC1-77C8-9D26-E7DB-8E6FDEBF565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I used express.js, since it’s simple setup allowed me to convert a previously static website into a dynamic webapp without refactoring everything</a:t>
            </a:r>
          </a:p>
          <a:p>
            <a:r>
              <a:rPr lang="en-US" dirty="0"/>
              <a:t>Additionally, it has a super simple and convenient web interface.</a:t>
            </a:r>
          </a:p>
        </p:txBody>
      </p:sp>
    </p:spTree>
    <p:extLst>
      <p:ext uri="{BB962C8B-B14F-4D97-AF65-F5344CB8AC3E}">
        <p14:creationId xmlns:p14="http://schemas.microsoft.com/office/powerpoint/2010/main" val="3840658842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7AAB0B6-44E0-59F3-A47E-84833AF10A0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CRUD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3440D6F-F165-7C37-862C-1DAA9DB9648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The admin page is capable of CRUD interaction.</a:t>
            </a:r>
          </a:p>
        </p:txBody>
      </p:sp>
    </p:spTree>
    <p:extLst>
      <p:ext uri="{BB962C8B-B14F-4D97-AF65-F5344CB8AC3E}">
        <p14:creationId xmlns:p14="http://schemas.microsoft.com/office/powerpoint/2010/main" val="1622488372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424CC0B-7DED-BFC9-1138-63C2030961F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Things I could change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5B6BE50-89FF-AE83-6569-A0632FC6BCC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Add a login system.</a:t>
            </a:r>
          </a:p>
          <a:p>
            <a:pPr lvl="1"/>
            <a:r>
              <a:rPr lang="en-US" dirty="0"/>
              <a:t>Right now, anyone can login and add info if they wanted to.</a:t>
            </a:r>
          </a:p>
          <a:p>
            <a:r>
              <a:rPr lang="en-US" dirty="0"/>
              <a:t>Add a way to upload NEW images</a:t>
            </a:r>
          </a:p>
          <a:p>
            <a:pPr lvl="1"/>
            <a:r>
              <a:rPr lang="en-US" dirty="0"/>
              <a:t>I can only use images that I’ve hardcoded right now.</a:t>
            </a:r>
          </a:p>
        </p:txBody>
      </p:sp>
    </p:spTree>
    <p:extLst>
      <p:ext uri="{BB962C8B-B14F-4D97-AF65-F5344CB8AC3E}">
        <p14:creationId xmlns:p14="http://schemas.microsoft.com/office/powerpoint/2010/main" val="361863829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12</TotalTime>
  <Words>161</Words>
  <Application>Microsoft Office PowerPoint</Application>
  <PresentationFormat>Widescreen</PresentationFormat>
  <Paragraphs>21</Paragraphs>
  <Slides>6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6</vt:i4>
      </vt:variant>
    </vt:vector>
  </HeadingPairs>
  <TitlesOfParts>
    <vt:vector size="10" baseType="lpstr">
      <vt:lpstr>Aptos</vt:lpstr>
      <vt:lpstr>Aptos Display</vt:lpstr>
      <vt:lpstr>Arial</vt:lpstr>
      <vt:lpstr>Office Theme</vt:lpstr>
      <vt:lpstr>My Website</vt:lpstr>
      <vt:lpstr>My Plan</vt:lpstr>
      <vt:lpstr>Databases</vt:lpstr>
      <vt:lpstr>Web server</vt:lpstr>
      <vt:lpstr>CRUD</vt:lpstr>
      <vt:lpstr>Things I could change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Greenhalgh, Camden (gree9076@vandals.uidaho.edu)</dc:creator>
  <cp:lastModifiedBy>Greenhalgh, Camden (gree9076@vandals.uidaho.edu)</cp:lastModifiedBy>
  <cp:revision>1</cp:revision>
  <dcterms:created xsi:type="dcterms:W3CDTF">2026-03-24T06:53:26Z</dcterms:created>
  <dcterms:modified xsi:type="dcterms:W3CDTF">2026-04-28T06:40:21Z</dcterms:modified>
</cp:coreProperties>
</file>