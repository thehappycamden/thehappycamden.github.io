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D02F-080A-6240-C9D1-F5E4BC4CD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A909C-B2F8-2025-E7F3-6569AF982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62114-8E8C-633E-BB41-0C2280B2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8819-1467-CCCE-EF1D-E688D774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73AE-FF22-3AA7-0B2B-2CA3E115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1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A484-3503-E4F3-DB98-040AB6FE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8472D-DE84-1FD6-FC38-9B8876A5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FBF6A-4EDD-3078-B345-EC0E29A4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47E60-F65E-8910-7724-A8630EF1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4E8A-9A11-2817-4419-1310E5B4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BAD7-8AC0-B413-3A26-E6C36945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1711D-E166-6F0C-E0F0-174B2F5DE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A1B43-6792-EF49-B2B1-8979FBE5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1857-B369-E327-6DFF-1B6EBBF9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4E446-88C0-8A5F-088E-1761148F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0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05B9-4751-3B31-285D-31B85B5F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13B67-0385-1EB3-AEDA-7563C0C04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C6AD2-9A84-E6EB-BF9E-AF840198F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7620C-BFAE-1220-ED44-9449D9D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02FD6-26DA-33FD-F529-488EC613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B24CA-D316-C407-612F-76359B7B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1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6ACB-E4C1-D24E-2ED5-327B37F0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0CDB3-48DB-10A7-1A6D-B4BD7BE1C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A76D1-5475-77B7-0830-B1E03EBB6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A5EF7-8C5F-9D95-D27C-A68E226AC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86B16-01DE-3CE6-47A8-099A800B6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E986F-B5CD-F178-5410-87C2D41D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8BB8B-C796-C65B-8E0C-AC638D8C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51513-FEEE-EBB6-167B-5F82C439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2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5ED2-B49E-7111-E477-C0352B11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3E70B-E226-CB3D-A757-EF293446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21CB3-06A0-8A8C-8864-2A9E7998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E22FE-776B-B55C-94A2-9393888D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7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545E8-17BA-0A3E-B935-143B0E43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71580-A5A4-3F50-FEAA-D3F799CA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DF90F-9974-A52C-CF2D-8FD373EA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1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4FC7-5B59-71DF-13C8-DC4F3D33F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672BE-6E99-8482-8521-0A980FE9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34BA2-A320-3684-2E70-8A9B1B502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5EFEF-E10B-03E6-08B2-745E0C9B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0C1E-0DAE-4021-DD69-ED24BFA1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604AA-B709-C49C-11FC-D2174E15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FE14-4200-4971-F116-B474C666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9BE91E-C37B-17A3-5D7A-B236375B7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126ED-9CEB-76CA-B6B1-D17E2D8FC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1F30B-D933-6676-38B1-FCCBB4CF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4A9CF-94C1-93FC-3717-680602E6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D97C6-83B8-6446-98A1-A911892A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7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D2ED-E0C0-FA1B-035B-84BE9A78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83D2B-1195-D1C2-FEB0-AED6B38CD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BCCA-3317-D3A4-77CE-0BCA128F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88700-FA6C-3FB3-F5DF-152F51DC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40AA-A809-620D-35AD-93EE7E6A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6D7D9-EA13-F3DD-5BCE-4A94C253E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713F4-F463-A515-C743-9B3DCA452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562F-94EB-9B01-46B6-E7104D5C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99E4-750E-4CFB-D1AA-63559B86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E9091-CAAB-AA79-43AC-2056C906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2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6200E-67EA-E856-62DE-F981B65C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3872F-B940-902E-FB36-2CAC129E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488A-12A6-1F00-8398-E22B7B53D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8562B-C0F0-4A7D-88E5-5724A623566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5D083-B2B9-C4C6-306F-38045B9B3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D267-839D-1B4A-4428-4537742B7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A975-3D44-4425-8C69-8BCA26487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7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1EA3-6221-64A4-B32E-AA0A93F17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492DA-C8F3-E461-C4DF-A9315B543F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Camden Greenhalgh</a:t>
            </a:r>
          </a:p>
        </p:txBody>
      </p:sp>
    </p:spTree>
    <p:extLst>
      <p:ext uri="{BB962C8B-B14F-4D97-AF65-F5344CB8AC3E}">
        <p14:creationId xmlns:p14="http://schemas.microsoft.com/office/powerpoint/2010/main" val="293302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D256-0589-6C13-A3C2-24E8A607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263A-01C6-C739-5197-957C608A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going to convert my Personal Website from the lab assignments into a full website.</a:t>
            </a:r>
          </a:p>
          <a:p>
            <a:r>
              <a:rPr lang="en-US" dirty="0"/>
              <a:t>I plan on converting it into a full website that can keep track of my book recommendations that I can update with a form instead of editing the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0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D3E6-83E3-F14C-0697-C8BFECAF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2AFF-7D9B-1A05-DE88-BF9CB8BA3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don’t currently have a database, but I plan on adding a database for book recommendations</a:t>
            </a:r>
          </a:p>
          <a:p>
            <a:r>
              <a:rPr lang="en-US" dirty="0"/>
              <a:t>As well as a way of logging in remotely</a:t>
            </a:r>
          </a:p>
        </p:txBody>
      </p:sp>
    </p:spTree>
    <p:extLst>
      <p:ext uri="{BB962C8B-B14F-4D97-AF65-F5344CB8AC3E}">
        <p14:creationId xmlns:p14="http://schemas.microsoft.com/office/powerpoint/2010/main" val="10142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My Website</vt:lpstr>
      <vt:lpstr>My Plan</vt:lpstr>
      <vt:lpstr>Databases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Greenhalgh, Camden (gree9076@vandals.uidaho.edu)</dc:creator>
  <cp:lastModifiedBy>Greenhalgh, Camden (gree9076@vandals.uidaho.edu)</cp:lastModifiedBy>
  <cp:revision>1</cp:revision>
  <dcterms:created xsi:type="dcterms:W3CDTF">2026-03-24T06:53:26Z</dcterms:created>
  <dcterms:modified xsi:type="dcterms:W3CDTF">2026-03-24T07:01:33Z</dcterms:modified>
</cp:coreProperties>
</file>